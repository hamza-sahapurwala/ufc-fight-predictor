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Calibri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1FF-42D5-8F38-AA75EFBF4894}"/>
              </c:ext>
            </c:extLst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FF-42D5-8F38-AA75EFBF4894}"/>
              </c:ext>
            </c:extLst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FF-42D5-8F38-AA75EFBF4894}"/>
              </c:ext>
            </c:extLst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FF-42D5-8F38-AA75EFBF4894}"/>
              </c:ext>
            </c:extLst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FF-42D5-8F38-AA75EFBF4894}"/>
              </c:ext>
            </c:extLst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1FF-42D5-8F38-AA75EFBF4894}"/>
              </c:ext>
            </c:extLst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1FF-42D5-8F38-AA75EFBF489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Log. Reg.</c:v>
                </c:pt>
                <c:pt idx="1">
                  <c:v>Random Forest</c:v>
                </c:pt>
                <c:pt idx="2">
                  <c:v>Grad. Boost</c:v>
                </c:pt>
                <c:pt idx="3">
                  <c:v>Tree</c:v>
                </c:pt>
                <c:pt idx="4">
                  <c:v>Always red</c:v>
                </c:pt>
                <c:pt idx="5">
                  <c:v>MLP</c:v>
                </c:pt>
                <c:pt idx="6">
                  <c:v>SGD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58.5</c:v>
                </c:pt>
                <c:pt idx="1">
                  <c:v>57.5</c:v>
                </c:pt>
                <c:pt idx="2">
                  <c:v>56.2</c:v>
                </c:pt>
                <c:pt idx="3">
                  <c:v>55.5</c:v>
                </c:pt>
                <c:pt idx="4">
                  <c:v>55.5</c:v>
                </c:pt>
                <c:pt idx="5">
                  <c:v>52.3</c:v>
                </c:pt>
                <c:pt idx="6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1FF-42D5-8F38-AA75EFBF48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4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77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UFC Fight Outcome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red win, blue win or draw with machine learning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Mini-Project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384048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Chiranthan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3611880"/>
            <a:ext cx="4023360" cy="8229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Hamza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Sahapurwala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Dataset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UFC fight before it happens: red win, blue win or draw.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McQuaide research paper: four model families on pre-fight stats.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extras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models and a working fight predictor.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47472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234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2,318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fights in the dataset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286000"/>
            <a:ext cx="347472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924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mostly in-fight stats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3474720"/>
            <a:ext cx="347472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492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2014-2018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 covered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Problems We Fixed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row dates contradicted their event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fights had no in-fight stats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93192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rows had a missing 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393192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no-contest fights removed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event-consensus dates, recovered age, height and weight, stats kept as unknown (not zero).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604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fighter per fight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0604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3716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fights only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averages, streaks, win rates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0604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features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per fighter: red, blue, difference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test passed on 10 random fights: no future information in any feature.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Evaluation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37376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437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1,831 fights (Jan 2014 - Nov 2017)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86016" y="1188720"/>
            <a:ext cx="160934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86016" y="118872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463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Perceptron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9184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56032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5-fold time-series cross-validation. Best model chosen on training data only.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097280"/>
            <a:ext cx="237744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465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chosen by CV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560320"/>
            <a:ext cx="237744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46520" y="2697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Always-red baseline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gain: baseline sits inside the 95% interval.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Live Demo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difference (strongest)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Fighter 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Striking defence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 time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never predicted (only 16 fights).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4297680" cy="26517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4173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predict_fight(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"Fighter A",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"Fighter B")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Fighter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/ blue / draw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probabilities shown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features avoid leakage from post-fight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reach 51 to 58.5%, only slightly above the 55.5% baseline.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difference is the strongest signal, as in the paper.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362</Words>
  <Application>Microsoft Office PowerPoint</Application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2026-10-07T06:51:38Z</dcterms:created>
  <dcterms:modified xsi:type="dcterms:W3CDTF">2026-10-08T00:42:36Z</dcterms:modified>
</cp:coreProperties>
</file>